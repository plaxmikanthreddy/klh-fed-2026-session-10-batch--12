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CB04-7DC7-82EF-5347-08ED9707A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CBD8A-EF72-2302-884F-7C18B6CCB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CD54B-E9A5-B4B5-7D22-DA71C1ED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5146A-37B0-49FA-E81F-6293E1B4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5772C-9E7F-1DC6-2834-C74DD764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122576"/>
      </p:ext>
    </p:extLst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6909-26E3-C63D-97AF-DA947879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A201E-BB3D-B1A4-9015-F18F3481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D206B-F5C5-DD51-F4C6-80FFAAE1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295B-1DDC-1207-F3B6-3FF7676F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D32F5-EEEA-7869-31F9-E3544B83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14150"/>
      </p:ext>
    </p:extLst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4553-70AB-135A-69D8-0D7098F0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DB3D5-F0B0-827D-CF51-7AE2C287D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C151-9247-3F45-939A-70E2AA3A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31452-A075-3515-7DAE-A9963E70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0DD70-BFEE-F899-C308-6F4F6D4D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629682"/>
      </p:ext>
    </p:extLst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9920-879A-336B-8FA2-9F35F50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D4142-9990-3E05-483E-D67DFFB67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8C10B-648B-D4ED-07FF-4D854DFFC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FE8D3-FF02-BCCB-80AA-9A92E116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32D60-B065-B710-5787-4A1A8DDC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CB9D1-173C-A868-CCA2-B0EBE8AB0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196649"/>
      </p:ext>
    </p:extLst>
  </p:cSld>
  <p:clrMapOvr>
    <a:masterClrMapping/>
  </p:clrMapOvr>
  <p:transition spd="slow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EDB1-A7A6-FA66-E5E1-71930326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17E5B-5BEF-4AB2-7A52-1842DBE4D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F7EE6-8463-5A1B-4279-E5B854252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C4F7D-5187-EDDE-8BC6-1A6843EDE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98B4-8F80-4BE4-AF99-D67B79D31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64475-69AF-6DB0-844D-E57462D6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91FDF-AEBD-4387-88CD-18B68C3A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C0079-F48E-C6F8-9ABA-1259E1A9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493566"/>
      </p:ext>
    </p:extLst>
  </p:cSld>
  <p:clrMapOvr>
    <a:masterClrMapping/>
  </p:clrMapOvr>
  <p:transition spd="slow">
    <p:comb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A049-0136-BF3E-5501-86131C66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FEB1D-634F-A87D-94D4-C7DCA17D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8F2EF-3978-21C9-709D-96CA1649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DBB75-E781-E2E7-C4C1-D6BE2A43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4700"/>
      </p:ext>
    </p:extLst>
  </p:cSld>
  <p:clrMapOvr>
    <a:masterClrMapping/>
  </p:clrMapOvr>
  <p:transition spd="slow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69190-DE7C-9F87-642C-674C560C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83529-0801-E45B-D236-2F9DD83A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3DA3-F0EB-A56F-EBC4-9860AB5D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257313"/>
      </p:ext>
    </p:extLst>
  </p:cSld>
  <p:clrMapOvr>
    <a:masterClrMapping/>
  </p:clrMapOvr>
  <p:transition spd="slow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4DF7-1841-A111-9FF1-321D37AE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265DB-FABE-60C3-B91E-63CAD2096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74018-95A9-521E-6651-5DAAEB964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38B38-722F-F966-595C-F6639529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96BC6-5857-3F0B-AB55-AC27BEF1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40525-78E9-B564-FC8B-4B6E739C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463674"/>
      </p:ext>
    </p:extLst>
  </p:cSld>
  <p:clrMapOvr>
    <a:masterClrMapping/>
  </p:clrMapOvr>
  <p:transition spd="slow">
    <p:comb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C449-AE4A-2D61-AFA6-86779BBC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8C465-9E58-CB91-826F-05EA0D77A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B5589-728B-6EC4-6C27-53B31E2BC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AE8BE-7F0E-23B3-3FA0-EBC93FDF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F19E8-0E1A-1487-340C-725690CF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B0803-79FA-42CC-0170-651057E0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752832"/>
      </p:ext>
    </p:extLst>
  </p:cSld>
  <p:clrMapOvr>
    <a:masterClrMapping/>
  </p:clrMapOvr>
  <p:transition spd="slow">
    <p:comb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9381-AAC9-FF6D-BBF7-53E37F22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663E8-A947-DF7D-3B00-FD04B2742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2572D-848C-31A1-7FE2-CAD1D5B2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E043E-6ACF-A616-F061-BD8BC20C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407E6-CB32-E2FF-75A2-3F7D8503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75684"/>
      </p:ext>
    </p:extLst>
  </p:cSld>
  <p:clrMapOvr>
    <a:masterClrMapping/>
  </p:clrMapOvr>
  <p:transition spd="slow">
    <p:comb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6FA05-2E22-9E42-A313-E6D5C388C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2A076-289F-4440-4A69-2408DA93C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24676-DE01-7ED0-F640-DF2541AF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1316D-8208-E79C-5354-4235C732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C2EB4-6530-68A6-849F-C5B0CEF2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22583"/>
      </p:ext>
    </p:extLst>
  </p:cSld>
  <p:clrMapOvr>
    <a:masterClrMapping/>
  </p:clrMapOvr>
  <p:transition spd="slow">
    <p:comb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ABB7F6-EE70-22DB-BCFC-8F22270FD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8ABCB-16B4-8906-BB96-D783588C0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88284-766F-5FD5-61D5-98DF6176E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D96BD-D295-4C1C-A3C5-6513BF4F480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B1DE4-2BA7-EA21-CDC3-F04A0C2A5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A96E5-D2C5-F58C-5BA6-2FF3BE937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F0DBD-EACC-40D0-A308-ABCDD608C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79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17AF-972E-2225-2359-FCB261927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A04B9-4157-4826-D2DB-33B464D7B6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59F57-1DE5-4361-6789-B1A515E52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820"/>
            <a:ext cx="12192000" cy="698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6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C400C-2426-5F49-4315-6D78A33F6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820"/>
            <a:ext cx="12644284" cy="698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30896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24EEE-AF66-4B3A-FA28-507FF4CC6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6813"/>
            <a:ext cx="12890090" cy="712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86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D902B-8E13-69FA-D141-16C63106F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1839"/>
            <a:ext cx="13961806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2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49FC7-8F82-891A-D984-1FDD271A0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4632"/>
            <a:ext cx="12644284" cy="816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16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FA4CE-DD9A-6237-3F1D-D7360B1DB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801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56021-812F-AA8D-73E4-28BA7B66F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645" y="-117988"/>
            <a:ext cx="12634451" cy="697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58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852A4-C534-1DD6-3F7F-5F8562258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490"/>
            <a:ext cx="12880258" cy="694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2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A9295-F7ED-BF0E-2A77-D8FD2E8EE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831097" cy="70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08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655951-E54C-2D14-9A6B-FF3011655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512"/>
            <a:ext cx="6646606" cy="678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513C6-C8DD-C1E1-E21D-3F6E1159E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6" b="1825"/>
          <a:stretch>
            <a:fillRect/>
          </a:stretch>
        </p:blipFill>
        <p:spPr>
          <a:xfrm>
            <a:off x="6096000" y="-40512"/>
            <a:ext cx="6096000" cy="667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3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B8D426-3DB5-5632-1986-85E2E128B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998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4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03C048-DF85-4E9C-F01D-A747472DF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312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3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Somishetti Kavya Sri</dc:creator>
  <cp:lastModifiedBy>Somishetti Kavya Sri</cp:lastModifiedBy>
  <cp:revision>5</cp:revision>
  <dcterms:created xsi:type="dcterms:W3CDTF">2026-10-14T05:43:26Z</dcterms:created>
  <dcterms:modified xsi:type="dcterms:W3CDTF">2026-10-14T11:29:59Z</dcterms:modified>
</cp:coreProperties>
</file>